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3DA3C6-5F1C-49B6-A547-F33D1FF7657A}" v="2" dt="2023-03-25T15:56:28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zhu Yu" userId="1247ab15c0030888" providerId="LiveId" clId="{223DA3C6-5F1C-49B6-A547-F33D1FF7657A}"/>
    <pc:docChg chg="undo custSel addSld modSld">
      <pc:chgData name="Jinzhu Yu" userId="1247ab15c0030888" providerId="LiveId" clId="{223DA3C6-5F1C-49B6-A547-F33D1FF7657A}" dt="2023-03-25T15:56:48.334" v="625" actId="6549"/>
      <pc:docMkLst>
        <pc:docMk/>
      </pc:docMkLst>
      <pc:sldChg chg="addSp delSp modSp mod">
        <pc:chgData name="Jinzhu Yu" userId="1247ab15c0030888" providerId="LiveId" clId="{223DA3C6-5F1C-49B6-A547-F33D1FF7657A}" dt="2023-03-25T15:56:48.334" v="625" actId="6549"/>
        <pc:sldMkLst>
          <pc:docMk/>
          <pc:sldMk cId="134685579" sldId="256"/>
        </pc:sldMkLst>
        <pc:spChg chg="add mod">
          <ac:chgData name="Jinzhu Yu" userId="1247ab15c0030888" providerId="LiveId" clId="{223DA3C6-5F1C-49B6-A547-F33D1FF7657A}" dt="2023-03-25T15:56:32.318" v="610" actId="20577"/>
          <ac:spMkLst>
            <pc:docMk/>
            <pc:sldMk cId="134685579" sldId="256"/>
            <ac:spMk id="2" creationId="{8268EB88-F613-5F09-A924-7C127CC1B97B}"/>
          </ac:spMkLst>
        </pc:spChg>
        <pc:spChg chg="add mod">
          <ac:chgData name="Jinzhu Yu" userId="1247ab15c0030888" providerId="LiveId" clId="{223DA3C6-5F1C-49B6-A547-F33D1FF7657A}" dt="2023-03-25T15:56:48.334" v="625" actId="6549"/>
          <ac:spMkLst>
            <pc:docMk/>
            <pc:sldMk cId="134685579" sldId="256"/>
            <ac:spMk id="5" creationId="{D8063A30-B245-CB98-C6BC-66A1C93008C4}"/>
          </ac:spMkLst>
        </pc:spChg>
        <pc:spChg chg="add mod">
          <ac:chgData name="Jinzhu Yu" userId="1247ab15c0030888" providerId="LiveId" clId="{223DA3C6-5F1C-49B6-A547-F33D1FF7657A}" dt="2023-03-25T15:56:33.769" v="611" actId="20577"/>
          <ac:spMkLst>
            <pc:docMk/>
            <pc:sldMk cId="134685579" sldId="256"/>
            <ac:spMk id="6" creationId="{F81A73E8-1CF8-52C7-7F72-ABF7045515B3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17" creationId="{48F0D9E2-AF4D-8AE0-7FD6-996BADD59037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18" creationId="{F7E3F9F5-6FEB-5A1B-E3CC-3A9B6B5FEBE0}"/>
          </ac:spMkLst>
        </pc:spChg>
        <pc:spChg chg="mod">
          <ac:chgData name="Jinzhu Yu" userId="1247ab15c0030888" providerId="LiveId" clId="{223DA3C6-5F1C-49B6-A547-F33D1FF7657A}" dt="2023-03-19T20:23:35.648" v="464" actId="6549"/>
          <ac:spMkLst>
            <pc:docMk/>
            <pc:sldMk cId="134685579" sldId="256"/>
            <ac:spMk id="29" creationId="{B5D5F44C-100E-36AA-5EB3-DAB124496004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33" creationId="{1B901362-861D-B0D4-5E51-4B4233A8CCF6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35" creationId="{0C094A04-5AF5-7CEF-7979-BB35802A52A6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36" creationId="{39BC8BEB-7BED-5BE2-D5A5-2C630B87C823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38" creationId="{3F431D2B-C5E6-755E-901B-C9DE356291C5}"/>
          </ac:spMkLst>
        </pc:spChg>
        <pc:spChg chg="add mod">
          <ac:chgData name="Jinzhu Yu" userId="1247ab15c0030888" providerId="LiveId" clId="{223DA3C6-5F1C-49B6-A547-F33D1FF7657A}" dt="2023-03-25T15:56:45.800" v="619" actId="20577"/>
          <ac:spMkLst>
            <pc:docMk/>
            <pc:sldMk cId="134685579" sldId="256"/>
            <ac:spMk id="39" creationId="{F60195B7-C743-B527-9B35-798E53FDABCE}"/>
          </ac:spMkLst>
        </pc:spChg>
        <pc:spChg chg="mod">
          <ac:chgData name="Jinzhu Yu" userId="1247ab15c0030888" providerId="LiveId" clId="{223DA3C6-5F1C-49B6-A547-F33D1FF7657A}" dt="2023-03-19T20:23:38.179" v="465" actId="6549"/>
          <ac:spMkLst>
            <pc:docMk/>
            <pc:sldMk cId="134685579" sldId="256"/>
            <ac:spMk id="40" creationId="{9C10507A-782E-08BE-2B4B-D023E216C0A7}"/>
          </ac:spMkLst>
        </pc:spChg>
        <pc:spChg chg="mod">
          <ac:chgData name="Jinzhu Yu" userId="1247ab15c0030888" providerId="LiveId" clId="{223DA3C6-5F1C-49B6-A547-F33D1FF7657A}" dt="2023-03-19T20:23:32.826" v="463" actId="6549"/>
          <ac:spMkLst>
            <pc:docMk/>
            <pc:sldMk cId="134685579" sldId="256"/>
            <ac:spMk id="41" creationId="{20D48CD6-D3C4-BC92-C6B2-372471064050}"/>
          </ac:spMkLst>
        </pc:spChg>
        <pc:spChg chg="add mod">
          <ac:chgData name="Jinzhu Yu" userId="1247ab15c0030888" providerId="LiveId" clId="{223DA3C6-5F1C-49B6-A547-F33D1FF7657A}" dt="2023-03-25T15:56:44.546" v="618" actId="20577"/>
          <ac:spMkLst>
            <pc:docMk/>
            <pc:sldMk cId="134685579" sldId="256"/>
            <ac:spMk id="44" creationId="{F3C184A1-0161-6CC1-8EB6-A10C51030732}"/>
          </ac:spMkLst>
        </pc:spChg>
        <pc:spChg chg="add mod">
          <ac:chgData name="Jinzhu Yu" userId="1247ab15c0030888" providerId="LiveId" clId="{223DA3C6-5F1C-49B6-A547-F33D1FF7657A}" dt="2023-03-25T15:56:37.035" v="613" actId="6549"/>
          <ac:spMkLst>
            <pc:docMk/>
            <pc:sldMk cId="134685579" sldId="256"/>
            <ac:spMk id="45" creationId="{3DC455C9-2781-FC7D-A990-54B974006B32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49" creationId="{922AF042-C6E9-C09A-949F-6DDE062F32E9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50" creationId="{9AE34B0B-3760-A9C5-7A4C-8BD4ADD8E2E5}"/>
          </ac:spMkLst>
        </pc:spChg>
        <pc:spChg chg="add mod">
          <ac:chgData name="Jinzhu Yu" userId="1247ab15c0030888" providerId="LiveId" clId="{223DA3C6-5F1C-49B6-A547-F33D1FF7657A}" dt="2023-03-25T15:56:38.431" v="614" actId="6549"/>
          <ac:spMkLst>
            <pc:docMk/>
            <pc:sldMk cId="134685579" sldId="256"/>
            <ac:spMk id="51" creationId="{96826514-FF4B-7A18-92CF-A65D374F140E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52" creationId="{0960997C-87B9-F2E3-C4E2-BD4D79546214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53" creationId="{7C57A472-5C42-10E9-6DCE-A71E16DD2914}"/>
          </ac:spMkLst>
        </pc:spChg>
        <pc:spChg chg="add mod">
          <ac:chgData name="Jinzhu Yu" userId="1247ab15c0030888" providerId="LiveId" clId="{223DA3C6-5F1C-49B6-A547-F33D1FF7657A}" dt="2023-03-25T15:56:35.153" v="612" actId="6549"/>
          <ac:spMkLst>
            <pc:docMk/>
            <pc:sldMk cId="134685579" sldId="256"/>
            <ac:spMk id="55" creationId="{3C945D62-9144-517D-AFA0-17F72AC8A23E}"/>
          </ac:spMkLst>
        </pc:spChg>
        <pc:spChg chg="add mod">
          <ac:chgData name="Jinzhu Yu" userId="1247ab15c0030888" providerId="LiveId" clId="{223DA3C6-5F1C-49B6-A547-F33D1FF7657A}" dt="2023-03-25T15:56:39.854" v="615" actId="6549"/>
          <ac:spMkLst>
            <pc:docMk/>
            <pc:sldMk cId="134685579" sldId="256"/>
            <ac:spMk id="56" creationId="{C38D48EF-330B-DB4F-B263-76F6492AA859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60" creationId="{F936551A-2900-5A35-FD10-326EC0ECF6A9}"/>
          </ac:spMkLst>
        </pc:spChg>
        <pc:spChg chg="add mod">
          <ac:chgData name="Jinzhu Yu" userId="1247ab15c0030888" providerId="LiveId" clId="{223DA3C6-5F1C-49B6-A547-F33D1FF7657A}" dt="2023-03-25T15:56:28.816" v="609"/>
          <ac:spMkLst>
            <pc:docMk/>
            <pc:sldMk cId="134685579" sldId="256"/>
            <ac:spMk id="61" creationId="{40BD3A1D-7D7A-FD9B-A521-800D0730959F}"/>
          </ac:spMkLst>
        </pc:spChg>
        <pc:spChg chg="add mod">
          <ac:chgData name="Jinzhu Yu" userId="1247ab15c0030888" providerId="LiveId" clId="{223DA3C6-5F1C-49B6-A547-F33D1FF7657A}" dt="2023-03-25T15:56:41.283" v="616" actId="6549"/>
          <ac:spMkLst>
            <pc:docMk/>
            <pc:sldMk cId="134685579" sldId="256"/>
            <ac:spMk id="62" creationId="{7DD417AE-3B0E-D7AE-B78C-2CD71AB2D6DE}"/>
          </ac:spMkLst>
        </pc:spChg>
        <pc:spChg chg="add mod">
          <ac:chgData name="Jinzhu Yu" userId="1247ab15c0030888" providerId="LiveId" clId="{223DA3C6-5F1C-49B6-A547-F33D1FF7657A}" dt="2023-03-25T15:56:43.185" v="617" actId="6549"/>
          <ac:spMkLst>
            <pc:docMk/>
            <pc:sldMk cId="134685579" sldId="256"/>
            <ac:spMk id="63" creationId="{74C27695-9ED1-B46D-AD29-4AF12B5D76D7}"/>
          </ac:spMkLst>
        </pc:spChg>
        <pc:spChg chg="mod">
          <ac:chgData name="Jinzhu Yu" userId="1247ab15c0030888" providerId="LiveId" clId="{223DA3C6-5F1C-49B6-A547-F33D1FF7657A}" dt="2023-03-19T20:25:23.465" v="558" actId="1036"/>
          <ac:spMkLst>
            <pc:docMk/>
            <pc:sldMk cId="134685579" sldId="256"/>
            <ac:spMk id="67" creationId="{40FD8750-1F6E-6FF7-35C7-B08A49AC7C94}"/>
          </ac:spMkLst>
        </pc:spChg>
        <pc:spChg chg="mod">
          <ac:chgData name="Jinzhu Yu" userId="1247ab15c0030888" providerId="LiveId" clId="{223DA3C6-5F1C-49B6-A547-F33D1FF7657A}" dt="2023-03-19T20:25:23.465" v="558" actId="1036"/>
          <ac:spMkLst>
            <pc:docMk/>
            <pc:sldMk cId="134685579" sldId="256"/>
            <ac:spMk id="68" creationId="{AF4505A4-A02A-EE3D-7922-C2E6D278130A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69" creationId="{B248F3E9-91C2-4C60-464C-8E178831D203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70" creationId="{107B974D-4E32-AED1-2CC4-3A546D61BA6B}"/>
          </ac:spMkLst>
        </pc:spChg>
        <pc:spChg chg="mod">
          <ac:chgData name="Jinzhu Yu" userId="1247ab15c0030888" providerId="LiveId" clId="{223DA3C6-5F1C-49B6-A547-F33D1FF7657A}" dt="2023-03-19T20:23:21.505" v="457" actId="6549"/>
          <ac:spMkLst>
            <pc:docMk/>
            <pc:sldMk cId="134685579" sldId="256"/>
            <ac:spMk id="71" creationId="{062E71DC-BF85-C680-C2BC-F7D75FFD5938}"/>
          </ac:spMkLst>
        </pc:spChg>
        <pc:spChg chg="mod">
          <ac:chgData name="Jinzhu Yu" userId="1247ab15c0030888" providerId="LiveId" clId="{223DA3C6-5F1C-49B6-A547-F33D1FF7657A}" dt="2023-03-19T20:23:23.148" v="458" actId="6549"/>
          <ac:spMkLst>
            <pc:docMk/>
            <pc:sldMk cId="134685579" sldId="256"/>
            <ac:spMk id="72" creationId="{6979F063-EEDD-357F-5D80-12E492295110}"/>
          </ac:spMkLst>
        </pc:spChg>
        <pc:spChg chg="mod">
          <ac:chgData name="Jinzhu Yu" userId="1247ab15c0030888" providerId="LiveId" clId="{223DA3C6-5F1C-49B6-A547-F33D1FF7657A}" dt="2023-03-19T20:23:25.140" v="459" actId="6549"/>
          <ac:spMkLst>
            <pc:docMk/>
            <pc:sldMk cId="134685579" sldId="256"/>
            <ac:spMk id="73" creationId="{5E907EF6-F099-7413-5652-B8A21BF01062}"/>
          </ac:spMkLst>
        </pc:spChg>
        <pc:spChg chg="mod">
          <ac:chgData name="Jinzhu Yu" userId="1247ab15c0030888" providerId="LiveId" clId="{223DA3C6-5F1C-49B6-A547-F33D1FF7657A}" dt="2023-03-19T20:25:46.491" v="559" actId="14100"/>
          <ac:spMkLst>
            <pc:docMk/>
            <pc:sldMk cId="134685579" sldId="256"/>
            <ac:spMk id="74" creationId="{4F12E976-A2A7-45D1-CDA8-CDB5E2A9176A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84" creationId="{B292E51E-4E75-956C-410C-0625CBE0D7F8}"/>
          </ac:spMkLst>
        </pc:spChg>
        <pc:spChg chg="mod">
          <ac:chgData name="Jinzhu Yu" userId="1247ab15c0030888" providerId="LiveId" clId="{223DA3C6-5F1C-49B6-A547-F33D1FF7657A}" dt="2023-03-19T20:17:33.790" v="3" actId="164"/>
          <ac:spMkLst>
            <pc:docMk/>
            <pc:sldMk cId="134685579" sldId="256"/>
            <ac:spMk id="85" creationId="{9B214450-6EB5-28F3-7006-C5F0F97A51E2}"/>
          </ac:spMkLst>
        </pc:spChg>
        <pc:spChg chg="mod">
          <ac:chgData name="Jinzhu Yu" userId="1247ab15c0030888" providerId="LiveId" clId="{223DA3C6-5F1C-49B6-A547-F33D1FF7657A}" dt="2023-03-19T20:25:15.047" v="557" actId="1035"/>
          <ac:spMkLst>
            <pc:docMk/>
            <pc:sldMk cId="134685579" sldId="256"/>
            <ac:spMk id="86" creationId="{497EFFE5-4BFE-DE01-88E8-744F5F28609C}"/>
          </ac:spMkLst>
        </pc:spChg>
        <pc:spChg chg="mod">
          <ac:chgData name="Jinzhu Yu" userId="1247ab15c0030888" providerId="LiveId" clId="{223DA3C6-5F1C-49B6-A547-F33D1FF7657A}" dt="2023-03-19T20:25:15.047" v="557" actId="1035"/>
          <ac:spMkLst>
            <pc:docMk/>
            <pc:sldMk cId="134685579" sldId="256"/>
            <ac:spMk id="87" creationId="{BF4532BA-A5A3-3AE1-322F-C85E4104DF25}"/>
          </ac:spMkLst>
        </pc:spChg>
        <pc:spChg chg="add mod">
          <ac:chgData name="Jinzhu Yu" userId="1247ab15c0030888" providerId="LiveId" clId="{223DA3C6-5F1C-49B6-A547-F33D1FF7657A}" dt="2023-03-19T20:33:47.153" v="607" actId="20577"/>
          <ac:spMkLst>
            <pc:docMk/>
            <pc:sldMk cId="134685579" sldId="256"/>
            <ac:spMk id="90" creationId="{23105709-70F1-9058-F57E-9674AD024EE5}"/>
          </ac:spMkLst>
        </pc:spChg>
        <pc:grpChg chg="add mod">
          <ac:chgData name="Jinzhu Yu" userId="1247ab15c0030888" providerId="LiveId" clId="{223DA3C6-5F1C-49B6-A547-F33D1FF7657A}" dt="2023-03-25T15:56:28.816" v="609"/>
          <ac:grpSpMkLst>
            <pc:docMk/>
            <pc:sldMk cId="134685579" sldId="256"/>
            <ac:grpSpMk id="8" creationId="{24D3188C-5409-24B2-968D-47592ECA0A7E}"/>
          </ac:grpSpMkLst>
        </pc:grpChg>
        <pc:grpChg chg="add mod">
          <ac:chgData name="Jinzhu Yu" userId="1247ab15c0030888" providerId="LiveId" clId="{223DA3C6-5F1C-49B6-A547-F33D1FF7657A}" dt="2023-03-25T15:56:28.816" v="609"/>
          <ac:grpSpMkLst>
            <pc:docMk/>
            <pc:sldMk cId="134685579" sldId="256"/>
            <ac:grpSpMk id="19" creationId="{4C79C374-E645-7D36-D8C9-22BF82F1067E}"/>
          </ac:grpSpMkLst>
        </pc:grpChg>
        <pc:grpChg chg="mod">
          <ac:chgData name="Jinzhu Yu" userId="1247ab15c0030888" providerId="LiveId" clId="{223DA3C6-5F1C-49B6-A547-F33D1FF7657A}" dt="2023-03-19T20:22:03.817" v="392" actId="1076"/>
          <ac:grpSpMkLst>
            <pc:docMk/>
            <pc:sldMk cId="134685579" sldId="256"/>
            <ac:grpSpMk id="27" creationId="{4F1FBDF9-486C-B720-77B0-FEE876067D8B}"/>
          </ac:grpSpMkLst>
        </pc:grpChg>
        <pc:grpChg chg="add mod">
          <ac:chgData name="Jinzhu Yu" userId="1247ab15c0030888" providerId="LiveId" clId="{223DA3C6-5F1C-49B6-A547-F33D1FF7657A}" dt="2023-03-25T15:56:28.816" v="609"/>
          <ac:grpSpMkLst>
            <pc:docMk/>
            <pc:sldMk cId="134685579" sldId="256"/>
            <ac:grpSpMk id="46" creationId="{26069FBA-8975-702C-5D65-A8E15EFC7F61}"/>
          </ac:grpSpMkLst>
        </pc:grpChg>
        <pc:grpChg chg="mod">
          <ac:chgData name="Jinzhu Yu" userId="1247ab15c0030888" providerId="LiveId" clId="{223DA3C6-5F1C-49B6-A547-F33D1FF7657A}" dt="2023-03-19T20:17:33.790" v="3" actId="164"/>
          <ac:grpSpMkLst>
            <pc:docMk/>
            <pc:sldMk cId="134685579" sldId="256"/>
            <ac:grpSpMk id="54" creationId="{403F4B8E-7F9D-D281-F35A-1A299DB3BEFF}"/>
          </ac:grpSpMkLst>
        </pc:grpChg>
        <pc:grpChg chg="add mod">
          <ac:chgData name="Jinzhu Yu" userId="1247ab15c0030888" providerId="LiveId" clId="{223DA3C6-5F1C-49B6-A547-F33D1FF7657A}" dt="2023-03-25T15:56:28.816" v="609"/>
          <ac:grpSpMkLst>
            <pc:docMk/>
            <pc:sldMk cId="134685579" sldId="256"/>
            <ac:grpSpMk id="57" creationId="{0F649C0B-6F26-D45E-DE18-1D4EE6488B5D}"/>
          </ac:grpSpMkLst>
        </pc:grpChg>
        <pc:grpChg chg="mod">
          <ac:chgData name="Jinzhu Yu" userId="1247ab15c0030888" providerId="LiveId" clId="{223DA3C6-5F1C-49B6-A547-F33D1FF7657A}" dt="2023-03-19T20:17:33.790" v="3" actId="164"/>
          <ac:grpSpMkLst>
            <pc:docMk/>
            <pc:sldMk cId="134685579" sldId="256"/>
            <ac:grpSpMk id="64" creationId="{6E910475-D4CD-B0BF-C2A7-8506DFC27B09}"/>
          </ac:grpSpMkLst>
        </pc:grpChg>
        <pc:grpChg chg="mod">
          <ac:chgData name="Jinzhu Yu" userId="1247ab15c0030888" providerId="LiveId" clId="{223DA3C6-5F1C-49B6-A547-F33D1FF7657A}" dt="2023-03-19T20:17:33.790" v="3" actId="164"/>
          <ac:grpSpMkLst>
            <pc:docMk/>
            <pc:sldMk cId="134685579" sldId="256"/>
            <ac:grpSpMk id="81" creationId="{6C33D600-6C07-DD28-5656-3AC5C5680ADD}"/>
          </ac:grpSpMkLst>
        </pc:grpChg>
        <pc:grpChg chg="add del mod">
          <ac:chgData name="Jinzhu Yu" userId="1247ab15c0030888" providerId="LiveId" clId="{223DA3C6-5F1C-49B6-A547-F33D1FF7657A}" dt="2023-03-25T15:56:26.412" v="608" actId="478"/>
          <ac:grpSpMkLst>
            <pc:docMk/>
            <pc:sldMk cId="134685579" sldId="256"/>
            <ac:grpSpMk id="88" creationId="{42A6E6AE-C7C8-A52E-C86F-A0CB9E8645B0}"/>
          </ac:grpSpMkLst>
        </pc:grpChg>
        <pc:picChg chg="del mod">
          <ac:chgData name="Jinzhu Yu" userId="1247ab15c0030888" providerId="LiveId" clId="{223DA3C6-5F1C-49B6-A547-F33D1FF7657A}" dt="2023-03-19T20:21:06.430" v="230" actId="478"/>
          <ac:picMkLst>
            <pc:docMk/>
            <pc:sldMk cId="134685579" sldId="256"/>
            <ac:picMk id="28" creationId="{6395241D-2DD7-119D-494A-62B10EA9CD4D}"/>
          </ac:picMkLst>
        </pc:picChg>
        <pc:cxnChg chg="add 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3" creationId="{ABFB5CA2-A33F-0BFE-148C-B9DAFA434A30}"/>
          </ac:cxnSpMkLst>
        </pc:cxnChg>
        <pc:cxnChg chg="add 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4" creationId="{96444A8C-D285-8B90-3EBF-A17F2D4B08AC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11" creationId="{1E213780-2DA3-C322-75EC-4BBD9D58ECD0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12" creationId="{CDD397DD-FF7A-95A3-A4D8-474CDA6F4409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24" creationId="{DAFD996E-6C9F-5FEC-C174-B493F2B25CF8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28" creationId="{86F8510E-6C2F-161C-C457-BBE33B688447}"/>
          </ac:cxnSpMkLst>
        </pc:cxnChg>
        <pc:cxnChg chg="mod">
          <ac:chgData name="Jinzhu Yu" userId="1247ab15c0030888" providerId="LiveId" clId="{223DA3C6-5F1C-49B6-A547-F33D1FF7657A}" dt="2023-03-25T15:56:26.412" v="608" actId="478"/>
          <ac:cxnSpMkLst>
            <pc:docMk/>
            <pc:sldMk cId="134685579" sldId="256"/>
            <ac:cxnSpMk id="34" creationId="{F690BD00-E6DC-708D-DEAD-89361D25034C}"/>
          </ac:cxnSpMkLst>
        </pc:cxnChg>
        <pc:cxnChg chg="mod">
          <ac:chgData name="Jinzhu Yu" userId="1247ab15c0030888" providerId="LiveId" clId="{223DA3C6-5F1C-49B6-A547-F33D1FF7657A}" dt="2023-03-25T15:56:26.412" v="608" actId="478"/>
          <ac:cxnSpMkLst>
            <pc:docMk/>
            <pc:sldMk cId="134685579" sldId="256"/>
            <ac:cxnSpMk id="37" creationId="{C8A6E85C-C20D-47A5-DAA8-E6A7BE0EB414}"/>
          </ac:cxnSpMkLst>
        </pc:cxnChg>
        <pc:cxnChg chg="mod">
          <ac:chgData name="Jinzhu Yu" userId="1247ab15c0030888" providerId="LiveId" clId="{223DA3C6-5F1C-49B6-A547-F33D1FF7657A}" dt="2023-03-25T15:56:26.412" v="608" actId="478"/>
          <ac:cxnSpMkLst>
            <pc:docMk/>
            <pc:sldMk cId="134685579" sldId="256"/>
            <ac:cxnSpMk id="42" creationId="{A96812AE-81F5-09D7-8673-54EC6567B992}"/>
          </ac:cxnSpMkLst>
        </pc:cxnChg>
        <pc:cxnChg chg="mod">
          <ac:chgData name="Jinzhu Yu" userId="1247ab15c0030888" providerId="LiveId" clId="{223DA3C6-5F1C-49B6-A547-F33D1FF7657A}" dt="2023-03-25T15:56:26.412" v="608" actId="478"/>
          <ac:cxnSpMkLst>
            <pc:docMk/>
            <pc:sldMk cId="134685579" sldId="256"/>
            <ac:cxnSpMk id="43" creationId="{692CB730-4B6C-A6F0-87E3-DCA17686DDEE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47" creationId="{9A93E389-31DC-9468-0BE0-9569CF11AFD4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48" creationId="{9AC2DCDB-E7F4-9C01-604C-B11BAA88FAF7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58" creationId="{01E9DB75-7508-1005-ED37-5FB2712BC278}"/>
          </ac:cxnSpMkLst>
        </pc:cxnChg>
        <pc:cxnChg chg="mod">
          <ac:chgData name="Jinzhu Yu" userId="1247ab15c0030888" providerId="LiveId" clId="{223DA3C6-5F1C-49B6-A547-F33D1FF7657A}" dt="2023-03-25T15:56:28.816" v="609"/>
          <ac:cxnSpMkLst>
            <pc:docMk/>
            <pc:sldMk cId="134685579" sldId="256"/>
            <ac:cxnSpMk id="59" creationId="{185B2820-3607-EA3A-2B2A-61510DC2A4B6}"/>
          </ac:cxnSpMkLst>
        </pc:cxnChg>
        <pc:cxnChg chg="mod">
          <ac:chgData name="Jinzhu Yu" userId="1247ab15c0030888" providerId="LiveId" clId="{223DA3C6-5F1C-49B6-A547-F33D1FF7657A}" dt="2023-03-19T20:25:23.465" v="558" actId="1036"/>
          <ac:cxnSpMkLst>
            <pc:docMk/>
            <pc:sldMk cId="134685579" sldId="256"/>
            <ac:cxnSpMk id="65" creationId="{0D06B3C5-5CFD-C40E-1653-6873BEFC747A}"/>
          </ac:cxnSpMkLst>
        </pc:cxnChg>
        <pc:cxnChg chg="mod">
          <ac:chgData name="Jinzhu Yu" userId="1247ab15c0030888" providerId="LiveId" clId="{223DA3C6-5F1C-49B6-A547-F33D1FF7657A}" dt="2023-03-19T20:25:23.465" v="558" actId="1036"/>
          <ac:cxnSpMkLst>
            <pc:docMk/>
            <pc:sldMk cId="134685579" sldId="256"/>
            <ac:cxnSpMk id="66" creationId="{FCAC946D-CF13-7485-7134-7FE727CFB252}"/>
          </ac:cxnSpMkLst>
        </pc:cxnChg>
      </pc:sldChg>
      <pc:sldChg chg="delSp modSp add mod">
        <pc:chgData name="Jinzhu Yu" userId="1247ab15c0030888" providerId="LiveId" clId="{223DA3C6-5F1C-49B6-A547-F33D1FF7657A}" dt="2023-03-19T20:21:03.401" v="229" actId="1076"/>
        <pc:sldMkLst>
          <pc:docMk/>
          <pc:sldMk cId="3898181524" sldId="257"/>
        </pc:sldMkLst>
        <pc:spChg chg="del">
          <ac:chgData name="Jinzhu Yu" userId="1247ab15c0030888" providerId="LiveId" clId="{223DA3C6-5F1C-49B6-A547-F33D1FF7657A}" dt="2023-03-19T20:20:49.172" v="223" actId="478"/>
          <ac:spMkLst>
            <pc:docMk/>
            <pc:sldMk cId="3898181524" sldId="257"/>
            <ac:spMk id="90" creationId="{23105709-70F1-9058-F57E-9674AD024EE5}"/>
          </ac:spMkLst>
        </pc:spChg>
        <pc:grpChg chg="del">
          <ac:chgData name="Jinzhu Yu" userId="1247ab15c0030888" providerId="LiveId" clId="{223DA3C6-5F1C-49B6-A547-F33D1FF7657A}" dt="2023-03-19T20:20:50.347" v="224" actId="478"/>
          <ac:grpSpMkLst>
            <pc:docMk/>
            <pc:sldMk cId="3898181524" sldId="257"/>
            <ac:grpSpMk id="27" creationId="{4F1FBDF9-486C-B720-77B0-FEE876067D8B}"/>
          </ac:grpSpMkLst>
        </pc:grpChg>
        <pc:grpChg chg="del">
          <ac:chgData name="Jinzhu Yu" userId="1247ab15c0030888" providerId="LiveId" clId="{223DA3C6-5F1C-49B6-A547-F33D1FF7657A}" dt="2023-03-19T20:20:52.783" v="225" actId="478"/>
          <ac:grpSpMkLst>
            <pc:docMk/>
            <pc:sldMk cId="3898181524" sldId="257"/>
            <ac:grpSpMk id="88" creationId="{42A6E6AE-C7C8-A52E-C86F-A0CB9E8645B0}"/>
          </ac:grpSpMkLst>
        </pc:grpChg>
        <pc:picChg chg="mod">
          <ac:chgData name="Jinzhu Yu" userId="1247ab15c0030888" providerId="LiveId" clId="{223DA3C6-5F1C-49B6-A547-F33D1FF7657A}" dt="2023-03-19T20:21:03.401" v="229" actId="1076"/>
          <ac:picMkLst>
            <pc:docMk/>
            <pc:sldMk cId="3898181524" sldId="257"/>
            <ac:picMk id="28" creationId="{6395241D-2DD7-119D-494A-62B10EA9CD4D}"/>
          </ac:picMkLst>
        </pc:picChg>
        <pc:cxnChg chg="mod">
          <ac:chgData name="Jinzhu Yu" userId="1247ab15c0030888" providerId="LiveId" clId="{223DA3C6-5F1C-49B6-A547-F33D1FF7657A}" dt="2023-03-19T20:20:50.347" v="224" actId="478"/>
          <ac:cxnSpMkLst>
            <pc:docMk/>
            <pc:sldMk cId="3898181524" sldId="257"/>
            <ac:cxnSpMk id="16" creationId="{82AA1061-BD26-6B58-C4A5-067030862DA7}"/>
          </ac:cxnSpMkLst>
        </pc:cxnChg>
        <pc:cxnChg chg="mod">
          <ac:chgData name="Jinzhu Yu" userId="1247ab15c0030888" providerId="LiveId" clId="{223DA3C6-5F1C-49B6-A547-F33D1FF7657A}" dt="2023-03-19T20:20:52.783" v="225" actId="478"/>
          <ac:cxnSpMkLst>
            <pc:docMk/>
            <pc:sldMk cId="3898181524" sldId="257"/>
            <ac:cxnSpMk id="34" creationId="{F690BD00-E6DC-708D-DEAD-89361D25034C}"/>
          </ac:cxnSpMkLst>
        </pc:cxnChg>
        <pc:cxnChg chg="mod">
          <ac:chgData name="Jinzhu Yu" userId="1247ab15c0030888" providerId="LiveId" clId="{223DA3C6-5F1C-49B6-A547-F33D1FF7657A}" dt="2023-03-19T20:20:52.783" v="225" actId="478"/>
          <ac:cxnSpMkLst>
            <pc:docMk/>
            <pc:sldMk cId="3898181524" sldId="257"/>
            <ac:cxnSpMk id="37" creationId="{C8A6E85C-C20D-47A5-DAA8-E6A7BE0EB414}"/>
          </ac:cxnSpMkLst>
        </pc:cxnChg>
        <pc:cxnChg chg="mod">
          <ac:chgData name="Jinzhu Yu" userId="1247ab15c0030888" providerId="LiveId" clId="{223DA3C6-5F1C-49B6-A547-F33D1FF7657A}" dt="2023-03-19T20:20:52.783" v="225" actId="478"/>
          <ac:cxnSpMkLst>
            <pc:docMk/>
            <pc:sldMk cId="3898181524" sldId="257"/>
            <ac:cxnSpMk id="42" creationId="{A96812AE-81F5-09D7-8673-54EC6567B992}"/>
          </ac:cxnSpMkLst>
        </pc:cxnChg>
        <pc:cxnChg chg="mod">
          <ac:chgData name="Jinzhu Yu" userId="1247ab15c0030888" providerId="LiveId" clId="{223DA3C6-5F1C-49B6-A547-F33D1FF7657A}" dt="2023-03-19T20:20:52.783" v="225" actId="478"/>
          <ac:cxnSpMkLst>
            <pc:docMk/>
            <pc:sldMk cId="3898181524" sldId="257"/>
            <ac:cxnSpMk id="43" creationId="{692CB730-4B6C-A6F0-87E3-DCA17686DDE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1DD1-1865-CF2B-A5B7-A4EF15E20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A023B-F549-6C42-0041-1DE8C072F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BBC3-C9EA-F058-687C-41CE0C43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8DCC0-1E55-2B0E-EC06-012F32E5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0D297-A117-EAA1-C75F-DC57768F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B149-5916-FBCC-4A0A-A5A1B081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B6B22-8B22-63C6-723E-F4845C87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C004-673E-AF9D-F2F9-45A426CF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C6F2-B279-FB44-3015-1DA4A390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68CBE-D8A6-B3CF-F7F2-67EB62C2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8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E7DC-1BE6-593C-D086-903E8007B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3A82D-D9CC-458F-15C2-62FC0C54B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4E337-BB0A-4309-2CF6-751AFF06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EE16-AD4E-A054-5666-F444E6E3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5E285-CE28-51D3-E55D-7FEA8366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1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E2F6-5BAD-6B8E-88B3-D6E92FE3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FA99A-69FE-0DEF-5AC3-2239DBC89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682EE-8958-3D56-5DA3-F1199C061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F73E0-74C9-0E67-9CEE-A2B39C51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6C3A9-3CD1-1E34-EBF2-E3DF0E2A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F0F50-F3ED-9887-36C9-E814ED4B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5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65A3-2E85-C067-536E-52622444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2C379-70A2-6D64-2DFD-C234113A7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A1D8E-F43D-9806-28CB-F4A0F019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E85A0-8F15-D000-DA6F-FD5316CCE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CC2A7-8840-BEA0-ADCE-3DB4F10D6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5513A-49F2-F755-3AC3-C9349171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EB05E-FFE8-EF29-59B3-C6BAE91D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CF240-99C5-B597-408A-69D4ABC2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1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884C-CDD2-75A3-D0E9-7541413B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6765D-B416-7182-CFA7-85269D89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A9BC9-445D-D35C-93EA-E8D6E3F4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556F1-9D0B-F775-B5DE-9D071211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6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5748D-5969-820B-72D7-885E4896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F1104-DA41-3194-937F-C433801D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B673C-CFC5-9CB9-BB0E-D3FE12C0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3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AF08-E6E9-5812-A3D4-39D86752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A650-0DAE-5E72-9FC5-97F19B6A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71142-C464-52C8-05CA-CDEAF4674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3B049-F440-ECC2-1799-933DBFCC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3D3FD-A5DB-2414-2C8D-915097C8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41F2F-5587-34E5-771D-A7F97586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4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529C-03EB-B0DB-B30D-D70254F2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36B86-24D1-03E2-6441-D058A7F25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40BB7-599B-A9CF-35C0-69C71FC4A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6F80-BACC-1311-4EAA-6666F4C0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060F0-1117-AC6A-66BB-D9BD14B1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56BEB-21DF-2E41-A35A-C5012F16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3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1B7C-E2DD-4F7F-C8C9-7A210F21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FF1F5-B070-9383-C8FE-B67E42C40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AA43C-93EC-392D-377F-60B2826F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A106B-C67D-0466-32FA-842CE309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8BDC-8B12-EFA3-3637-4CC61C7C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7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F1649-542F-CF56-8AFA-59374B256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3EFDF-155F-ACBE-134B-0BF031CD6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5399-8927-801D-4F26-791F0ED8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4FDE-657A-B824-C35A-F5BC8B49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5BB60-C90E-7061-016E-8682EFE7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1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844E4-22F9-166A-BDED-288A5572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4CBDC-FED5-27C8-DFF7-E0260F34A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2200-6652-DE7C-748C-D660B5C74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3718C-D1D7-45F0-ADD7-980E65E3A62B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9366-4428-6EE4-847A-05E7ABF54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A2074-DA71-0B36-548E-641892E1B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68048-8730-49B1-BE58-26BAD40EE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F1FBDF9-486C-B720-77B0-FEE876067D8B}"/>
              </a:ext>
            </a:extLst>
          </p:cNvPr>
          <p:cNvGrpSpPr/>
          <p:nvPr/>
        </p:nvGrpSpPr>
        <p:grpSpPr>
          <a:xfrm>
            <a:off x="1150965" y="2518904"/>
            <a:ext cx="3422271" cy="2231575"/>
            <a:chOff x="1608910" y="79924"/>
            <a:chExt cx="3837376" cy="25022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CE1216-506A-264E-E6FF-3541F1395CCF}"/>
                </a:ext>
              </a:extLst>
            </p:cNvPr>
            <p:cNvSpPr/>
            <p:nvPr/>
          </p:nvSpPr>
          <p:spPr>
            <a:xfrm>
              <a:off x="2307771" y="255928"/>
              <a:ext cx="2996022" cy="178194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B493D9F-E891-C7BF-C0B5-4944059BBE83}"/>
                </a:ext>
              </a:extLst>
            </p:cNvPr>
            <p:cNvCxnSpPr>
              <a:cxnSpLocks/>
            </p:cNvCxnSpPr>
            <p:nvPr/>
          </p:nvCxnSpPr>
          <p:spPr>
            <a:xfrm>
              <a:off x="4270625" y="1155446"/>
              <a:ext cx="0" cy="8664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21F9C50-9920-99EC-2405-2C5639D28164}"/>
                </a:ext>
              </a:extLst>
            </p:cNvPr>
            <p:cNvCxnSpPr/>
            <p:nvPr/>
          </p:nvCxnSpPr>
          <p:spPr>
            <a:xfrm>
              <a:off x="3274422" y="255928"/>
              <a:ext cx="0" cy="17819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F94822-F8A1-9D36-D190-D7F2338E8E12}"/>
                </a:ext>
              </a:extLst>
            </p:cNvPr>
            <p:cNvSpPr txBox="1"/>
            <p:nvPr/>
          </p:nvSpPr>
          <p:spPr>
            <a:xfrm>
              <a:off x="3666310" y="2237068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9E5021-FC88-5376-7939-909322E4990E}"/>
                </a:ext>
              </a:extLst>
            </p:cNvPr>
            <p:cNvSpPr txBox="1"/>
            <p:nvPr/>
          </p:nvSpPr>
          <p:spPr>
            <a:xfrm>
              <a:off x="3082835" y="2013338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346613-BD73-0689-54EA-8B70F2F01348}"/>
                </a:ext>
              </a:extLst>
            </p:cNvPr>
            <p:cNvSpPr txBox="1"/>
            <p:nvPr/>
          </p:nvSpPr>
          <p:spPr>
            <a:xfrm>
              <a:off x="4140002" y="2013338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AA1061-BD26-6B58-C4A5-067030862DA7}"/>
                </a:ext>
              </a:extLst>
            </p:cNvPr>
            <p:cNvCxnSpPr>
              <a:cxnSpLocks/>
              <a:stCxn id="7" idx="3"/>
              <a:endCxn id="7" idx="1"/>
            </p:cNvCxnSpPr>
            <p:nvPr/>
          </p:nvCxnSpPr>
          <p:spPr>
            <a:xfrm flipH="1">
              <a:off x="2307771" y="1146902"/>
              <a:ext cx="29960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5144EC-82D7-9678-FE56-A563E39C7B70}"/>
                </a:ext>
              </a:extLst>
            </p:cNvPr>
            <p:cNvSpPr txBox="1"/>
            <p:nvPr/>
          </p:nvSpPr>
          <p:spPr>
            <a:xfrm>
              <a:off x="1608910" y="969338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X2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CE0340-B668-1C47-3CBC-2953F43EB72A}"/>
                </a:ext>
              </a:extLst>
            </p:cNvPr>
            <p:cNvSpPr txBox="1"/>
            <p:nvPr/>
          </p:nvSpPr>
          <p:spPr>
            <a:xfrm>
              <a:off x="2621280" y="1470630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3738329-2E15-4098-CAF2-2BDF93F84891}"/>
                </a:ext>
              </a:extLst>
            </p:cNvPr>
            <p:cNvSpPr txBox="1"/>
            <p:nvPr/>
          </p:nvSpPr>
          <p:spPr>
            <a:xfrm>
              <a:off x="2621280" y="546061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F17425-CDD1-4F0A-E10A-E5504433312A}"/>
                </a:ext>
              </a:extLst>
            </p:cNvPr>
            <p:cNvSpPr txBox="1"/>
            <p:nvPr/>
          </p:nvSpPr>
          <p:spPr>
            <a:xfrm>
              <a:off x="4068756" y="555886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BAE737-DEE8-E6BA-8407-CF53EC9C3011}"/>
                </a:ext>
              </a:extLst>
            </p:cNvPr>
            <p:cNvSpPr txBox="1"/>
            <p:nvPr/>
          </p:nvSpPr>
          <p:spPr>
            <a:xfrm>
              <a:off x="3600993" y="1477404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30D041-3397-C2A0-E8F3-FECDF4DAD37E}"/>
                </a:ext>
              </a:extLst>
            </p:cNvPr>
            <p:cNvSpPr txBox="1"/>
            <p:nvPr/>
          </p:nvSpPr>
          <p:spPr>
            <a:xfrm>
              <a:off x="4702899" y="1484742"/>
              <a:ext cx="40032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dirty="0"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F271E3-C504-8DAF-DB7E-169BC1A4410A}"/>
                </a:ext>
              </a:extLst>
            </p:cNvPr>
            <p:cNvSpPr txBox="1"/>
            <p:nvPr/>
          </p:nvSpPr>
          <p:spPr>
            <a:xfrm>
              <a:off x="2010596" y="946357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0FD3456-932A-FD55-BBC3-D41FA2143F49}"/>
                </a:ext>
              </a:extLst>
            </p:cNvPr>
            <p:cNvSpPr txBox="1"/>
            <p:nvPr/>
          </p:nvSpPr>
          <p:spPr>
            <a:xfrm>
              <a:off x="2010596" y="1818033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FFF7AA-0C79-999D-009F-8872A773DD22}"/>
                </a:ext>
              </a:extLst>
            </p:cNvPr>
            <p:cNvSpPr txBox="1"/>
            <p:nvPr/>
          </p:nvSpPr>
          <p:spPr>
            <a:xfrm>
              <a:off x="2010596" y="79924"/>
              <a:ext cx="130628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89D6141-680D-B6A1-7205-8BC2E23AD913}"/>
                </a:ext>
              </a:extLst>
            </p:cNvPr>
            <p:cNvSpPr txBox="1"/>
            <p:nvPr/>
          </p:nvSpPr>
          <p:spPr>
            <a:xfrm>
              <a:off x="4602202" y="1227049"/>
              <a:ext cx="40032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558F952-E060-594F-F38C-1FBD6AE4C128}"/>
                </a:ext>
              </a:extLst>
            </p:cNvPr>
            <p:cNvSpPr txBox="1"/>
            <p:nvPr/>
          </p:nvSpPr>
          <p:spPr>
            <a:xfrm>
              <a:off x="4616680" y="1653408"/>
              <a:ext cx="400324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8A19A4E-8C17-2103-358E-782461CFCC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046" y="1619157"/>
              <a:ext cx="10287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AD352F9-D0B5-9912-55E7-1F4ADA62B477}"/>
                </a:ext>
              </a:extLst>
            </p:cNvPr>
            <p:cNvSpPr txBox="1"/>
            <p:nvPr/>
          </p:nvSpPr>
          <p:spPr>
            <a:xfrm>
              <a:off x="1893079" y="1442638"/>
              <a:ext cx="1415391" cy="34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cs typeface="Times New Roman" panose="02020603050405020304" pitchFamily="18" charset="0"/>
                </a:rPr>
                <a:t>0.5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3105709-70F1-9058-F57E-9674AD024EE5}"/>
              </a:ext>
            </a:extLst>
          </p:cNvPr>
          <p:cNvSpPr txBox="1"/>
          <p:nvPr/>
        </p:nvSpPr>
        <p:spPr>
          <a:xfrm>
            <a:off x="1007524" y="447305"/>
            <a:ext cx="81555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the decision corresponding to the feature partition given below. An example is given in the next slide for your 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solution as a jpg file named “decision_tree.jpg” and upload it to the notebook.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68EB88-F613-5F09-A924-7C127CC1B97B}"/>
              </a:ext>
            </a:extLst>
          </p:cNvPr>
          <p:cNvSpPr/>
          <p:nvPr/>
        </p:nvSpPr>
        <p:spPr>
          <a:xfrm>
            <a:off x="6713409" y="2379231"/>
            <a:ext cx="800101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FB5CA2-A33F-0BFE-148C-B9DAFA434A30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469569" y="2684031"/>
            <a:ext cx="643891" cy="34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444A8C-D285-8B90-3EBF-A17F2D4B08A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7113460" y="2684031"/>
            <a:ext cx="827858" cy="34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8063A30-B245-CB98-C6BC-66A1C93008C4}"/>
              </a:ext>
            </a:extLst>
          </p:cNvPr>
          <p:cNvSpPr/>
          <p:nvPr/>
        </p:nvSpPr>
        <p:spPr>
          <a:xfrm>
            <a:off x="5915936" y="3047715"/>
            <a:ext cx="984069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A73E8-1CF8-52C7-7F72-ABF7045515B3}"/>
              </a:ext>
            </a:extLst>
          </p:cNvPr>
          <p:cNvSpPr/>
          <p:nvPr/>
        </p:nvSpPr>
        <p:spPr>
          <a:xfrm>
            <a:off x="7458799" y="3047715"/>
            <a:ext cx="984069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D3188C-5409-24B2-968D-47592ECA0A7E}"/>
              </a:ext>
            </a:extLst>
          </p:cNvPr>
          <p:cNvGrpSpPr/>
          <p:nvPr/>
        </p:nvGrpSpPr>
        <p:grpSpPr>
          <a:xfrm>
            <a:off x="7573381" y="3352515"/>
            <a:ext cx="754906" cy="408269"/>
            <a:chOff x="6570406" y="4762215"/>
            <a:chExt cx="754906" cy="40826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E213780-2DA3-C322-75EC-4BBD9D58ECD0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6570406" y="4762215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DD397DD-FF7A-95A3-A4D8-474CDA6F440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6947859" y="4762215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8F0D9E2-AF4D-8AE0-7FD6-996BADD59037}"/>
              </a:ext>
            </a:extLst>
          </p:cNvPr>
          <p:cNvSpPr txBox="1"/>
          <p:nvPr/>
        </p:nvSpPr>
        <p:spPr>
          <a:xfrm>
            <a:off x="6408403" y="2661452"/>
            <a:ext cx="31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E3F9F5-6FEB-5A1B-E3CC-3A9B6B5FEBE0}"/>
              </a:ext>
            </a:extLst>
          </p:cNvPr>
          <p:cNvSpPr txBox="1"/>
          <p:nvPr/>
        </p:nvSpPr>
        <p:spPr>
          <a:xfrm>
            <a:off x="7634547" y="2661452"/>
            <a:ext cx="43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79C374-E645-7D36-D8C9-22BF82F1067E}"/>
              </a:ext>
            </a:extLst>
          </p:cNvPr>
          <p:cNvGrpSpPr/>
          <p:nvPr/>
        </p:nvGrpSpPr>
        <p:grpSpPr>
          <a:xfrm>
            <a:off x="5968020" y="3348869"/>
            <a:ext cx="747286" cy="408269"/>
            <a:chOff x="6955972" y="4752376"/>
            <a:chExt cx="747286" cy="408269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AFD996E-6C9F-5FEC-C174-B493F2B25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5972" y="4752376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6F8510E-6C2F-161C-C457-BBE33B688447}"/>
                </a:ext>
              </a:extLst>
            </p:cNvPr>
            <p:cNvCxnSpPr>
              <a:cxnSpLocks/>
            </p:cNvCxnSpPr>
            <p:nvPr/>
          </p:nvCxnSpPr>
          <p:spPr>
            <a:xfrm>
              <a:off x="7325805" y="4752376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B901362-861D-B0D4-5E51-4B4233A8CCF6}"/>
              </a:ext>
            </a:extLst>
          </p:cNvPr>
          <p:cNvSpPr txBox="1"/>
          <p:nvPr/>
        </p:nvSpPr>
        <p:spPr>
          <a:xfrm>
            <a:off x="5853439" y="3404710"/>
            <a:ext cx="31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094A04-5AF5-7CEF-7979-BB35802A52A6}"/>
              </a:ext>
            </a:extLst>
          </p:cNvPr>
          <p:cNvSpPr txBox="1"/>
          <p:nvPr/>
        </p:nvSpPr>
        <p:spPr>
          <a:xfrm>
            <a:off x="6522984" y="3392737"/>
            <a:ext cx="43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BC8BEB-7BED-5BE2-D5A5-2C630B87C823}"/>
              </a:ext>
            </a:extLst>
          </p:cNvPr>
          <p:cNvSpPr txBox="1"/>
          <p:nvPr/>
        </p:nvSpPr>
        <p:spPr>
          <a:xfrm>
            <a:off x="7443307" y="3388328"/>
            <a:ext cx="31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431D2B-C5E6-755E-901B-C9DE356291C5}"/>
              </a:ext>
            </a:extLst>
          </p:cNvPr>
          <p:cNvSpPr txBox="1"/>
          <p:nvPr/>
        </p:nvSpPr>
        <p:spPr>
          <a:xfrm>
            <a:off x="8112852" y="3376355"/>
            <a:ext cx="43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0195B7-C743-B527-9B35-798E53FDABCE}"/>
              </a:ext>
            </a:extLst>
          </p:cNvPr>
          <p:cNvSpPr/>
          <p:nvPr/>
        </p:nvSpPr>
        <p:spPr>
          <a:xfrm>
            <a:off x="5786631" y="3780198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C184A1-0161-6CC1-8EB6-A10C51030732}"/>
              </a:ext>
            </a:extLst>
          </p:cNvPr>
          <p:cNvSpPr/>
          <p:nvPr/>
        </p:nvSpPr>
        <p:spPr>
          <a:xfrm>
            <a:off x="6511249" y="3780198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C455C9-2781-FC7D-A990-54B974006B32}"/>
              </a:ext>
            </a:extLst>
          </p:cNvPr>
          <p:cNvSpPr/>
          <p:nvPr/>
        </p:nvSpPr>
        <p:spPr>
          <a:xfrm>
            <a:off x="7143412" y="3769778"/>
            <a:ext cx="827858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069FBA-8975-702C-5D65-A8E15EFC7F61}"/>
              </a:ext>
            </a:extLst>
          </p:cNvPr>
          <p:cNvGrpSpPr/>
          <p:nvPr/>
        </p:nvGrpSpPr>
        <p:grpSpPr>
          <a:xfrm>
            <a:off x="7148106" y="4075541"/>
            <a:ext cx="747286" cy="408269"/>
            <a:chOff x="6955972" y="4742851"/>
            <a:chExt cx="747286" cy="408269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93E389-31DC-9468-0BE0-9569CF11AF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5972" y="4742851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AC2DCDB-E7F4-9C01-604C-B11BAA88FAF7}"/>
                </a:ext>
              </a:extLst>
            </p:cNvPr>
            <p:cNvCxnSpPr>
              <a:cxnSpLocks/>
            </p:cNvCxnSpPr>
            <p:nvPr/>
          </p:nvCxnSpPr>
          <p:spPr>
            <a:xfrm>
              <a:off x="7325805" y="4742851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22AF042-C6E9-C09A-949F-6DDE062F32E9}"/>
              </a:ext>
            </a:extLst>
          </p:cNvPr>
          <p:cNvSpPr txBox="1"/>
          <p:nvPr/>
        </p:nvSpPr>
        <p:spPr>
          <a:xfrm>
            <a:off x="7033525" y="4140907"/>
            <a:ext cx="31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E34B0B-3760-A9C5-7A4C-8BD4ADD8E2E5}"/>
              </a:ext>
            </a:extLst>
          </p:cNvPr>
          <p:cNvSpPr txBox="1"/>
          <p:nvPr/>
        </p:nvSpPr>
        <p:spPr>
          <a:xfrm>
            <a:off x="7703070" y="4128934"/>
            <a:ext cx="43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826514-FF4B-7A18-92CF-A65D374F140E}"/>
              </a:ext>
            </a:extLst>
          </p:cNvPr>
          <p:cNvSpPr/>
          <p:nvPr/>
        </p:nvSpPr>
        <p:spPr>
          <a:xfrm>
            <a:off x="6938724" y="4488402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945D62-9144-517D-AFA0-17F72AC8A23E}"/>
              </a:ext>
            </a:extLst>
          </p:cNvPr>
          <p:cNvSpPr/>
          <p:nvPr/>
        </p:nvSpPr>
        <p:spPr>
          <a:xfrm>
            <a:off x="8089384" y="3772881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8D48EF-330B-DB4F-B263-76F6492AA859}"/>
              </a:ext>
            </a:extLst>
          </p:cNvPr>
          <p:cNvSpPr/>
          <p:nvPr/>
        </p:nvSpPr>
        <p:spPr>
          <a:xfrm>
            <a:off x="7480218" y="4488082"/>
            <a:ext cx="827858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F649C0B-6F26-D45E-DE18-1D4EE6488B5D}"/>
              </a:ext>
            </a:extLst>
          </p:cNvPr>
          <p:cNvGrpSpPr/>
          <p:nvPr/>
        </p:nvGrpSpPr>
        <p:grpSpPr>
          <a:xfrm>
            <a:off x="7484912" y="4793845"/>
            <a:ext cx="747286" cy="408269"/>
            <a:chOff x="6955972" y="4742851"/>
            <a:chExt cx="747286" cy="408269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1E9DB75-7508-1005-ED37-5FB2712BC2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5972" y="4742851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85B2820-3607-EA3A-2B2A-61510DC2A4B6}"/>
                </a:ext>
              </a:extLst>
            </p:cNvPr>
            <p:cNvCxnSpPr>
              <a:cxnSpLocks/>
            </p:cNvCxnSpPr>
            <p:nvPr/>
          </p:nvCxnSpPr>
          <p:spPr>
            <a:xfrm>
              <a:off x="7325805" y="4742851"/>
              <a:ext cx="377453" cy="4082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F936551A-2900-5A35-FD10-326EC0ECF6A9}"/>
              </a:ext>
            </a:extLst>
          </p:cNvPr>
          <p:cNvSpPr txBox="1"/>
          <p:nvPr/>
        </p:nvSpPr>
        <p:spPr>
          <a:xfrm>
            <a:off x="7370331" y="4859211"/>
            <a:ext cx="31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BD3A1D-7D7A-FD9B-A521-800D0730959F}"/>
              </a:ext>
            </a:extLst>
          </p:cNvPr>
          <p:cNvSpPr txBox="1"/>
          <p:nvPr/>
        </p:nvSpPr>
        <p:spPr>
          <a:xfrm>
            <a:off x="8039876" y="4847238"/>
            <a:ext cx="43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D417AE-3B0E-D7AE-B78C-2CD71AB2D6DE}"/>
              </a:ext>
            </a:extLst>
          </p:cNvPr>
          <p:cNvSpPr/>
          <p:nvPr/>
        </p:nvSpPr>
        <p:spPr>
          <a:xfrm>
            <a:off x="7275530" y="5206706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4C27695-9ED1-B46D-AD29-4AF12B5D76D7}"/>
              </a:ext>
            </a:extLst>
          </p:cNvPr>
          <p:cNvSpPr/>
          <p:nvPr/>
        </p:nvSpPr>
        <p:spPr>
          <a:xfrm>
            <a:off x="8000148" y="5206706"/>
            <a:ext cx="454337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8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6395241D-2DD7-119D-494A-62B10EA9C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027" y="1827809"/>
            <a:ext cx="7564465" cy="355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8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Jinzhu Yu</dc:creator>
  <cp:lastModifiedBy>Jinzhu Yu</cp:lastModifiedBy>
  <cp:revision>1</cp:revision>
  <dcterms:created xsi:type="dcterms:W3CDTF">2023-03-19T19:30:59Z</dcterms:created>
  <dcterms:modified xsi:type="dcterms:W3CDTF">2023-03-25T15:56:50Z</dcterms:modified>
</cp:coreProperties>
</file>